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4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DB8B8-87BE-1404-2F95-0264DC0C4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BF03FB-72EA-656E-A50C-9AD37367E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CC206-2269-CE13-1274-0294FF3CA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537EF-5D10-4E33-B11C-B0C25F7F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D30D5-4211-08B2-4730-FB7C7FD9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4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41E3-AE12-BBA6-FF23-9527BF8C3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A0C1-9B83-C01C-AE43-A8AE658FC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C8EAD-AD1E-10AF-EBAA-E8E9892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747E3-287F-97B0-07EA-D242D97B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E82C4-A937-27AF-97BE-13B5DB7E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06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D0024-6412-4F88-5E89-1AA22B2B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ACA4-1627-39F4-FFB4-F5C7111E0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493A6-97A1-342F-846B-8AD6F149C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91941-8C46-1F9C-D992-125129A8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E733-FDCC-0CB5-CFAE-064FCBAC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251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E60BD-E6CA-AD56-9D57-98C8DCC2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421A-C335-5FB0-9248-F904044D6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7862B-238A-75A8-5F2B-5A8001AD7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DF42B-6161-598F-ADC4-CBB547F4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66C73-AE4B-7205-1CBF-6ED671419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7F102-E101-9B0F-FD00-749A676D2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30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5505-9E3E-96AF-9BF5-E864F000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EF2FB-9A07-DC0A-0F39-7BBF40A8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B88E0-0171-AA04-02C6-0B93285C1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20DE9-1396-4EC6-E79E-C07C40B51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F428A1-93AF-281D-ADE0-764D9C033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105EE-E508-F384-2810-182410425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0E5CF-A61D-C538-C73D-7B4AF209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9C7BB-77DF-A260-17C2-AA5F68F79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11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E6AEF-F0F8-716F-6971-0B221CDC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19FFF-14A9-2D8B-0803-80A68DE24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B5CC1-0B4E-6FE0-5468-2F332EC5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9FF98-F8D5-A8DF-4BB2-D6E0ACB9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58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8482D2-4EF5-B948-05EB-529A8409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92323-9142-B97E-14D4-23AA5609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6F366-7694-3FA6-53E0-6718CE64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10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22BF5-83F6-BCFC-DD61-B4CAE86ED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EE968-D901-E6CD-22FF-3CE6CF3AB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4226B-7F14-AB95-3CF3-00D5A1424A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B9816-619A-34AC-6967-132746F13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B31A-D19E-07F4-BDA1-C35934E3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E5FBB-88D4-90C2-5E65-38729A6F6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57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2D1B-2DA6-4783-5915-87B24824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5BAE9-BD8A-E7DE-CA4B-6C0BA2E46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515F7-8546-7BC3-DDAC-46CFC4921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F6B07-236C-D96A-047C-B7D58598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543AA-AC18-31EE-784D-25B140FB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C6A78-3265-87C6-E510-55D8BD6DE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AE12-0CB0-47DD-AA1E-CDF4E8F4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DC6D4-26EB-6FA1-962C-B0B3A7C32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3F468-FDB7-F451-235C-4211A6FB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24FC-F57C-89FE-03CE-3CB7A911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4326-5BAA-F550-BA99-BD3B8BA31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924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8F5F7-06B2-8026-6864-110908A7C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00167-B626-0110-92A2-3F1B5C8EB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8F67-9E0E-E290-7509-DC4A7B66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E236-D4F7-7757-64E5-96E8D0846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B3CB3-C23F-04F4-C3F0-84EFCAD08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05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D5B8D-EF98-C8D6-88AB-C1B1B634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95ABB-D0E9-F831-A01A-ED08F8645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9A804-4185-F9CE-9AD2-3C71D89FD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36D7-0C38-4BDF-B6DF-C07468473CE7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45F1F-FEB9-C9BC-129A-9BF85E949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DE98B-9EEB-6B5D-9774-A5BF17C0D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7665C-2D04-4675-9504-276A991775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21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9C11-9B16-594E-5E0C-2BF8BC28A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0436" y="411634"/>
            <a:ext cx="6841564" cy="1740849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+mn-lt"/>
              </a:rPr>
              <a:t>DAY 13 –  End-To-End Architecture Desing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05FFD3-ECED-C3E0-0560-A7E0ED803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9218" y="2187834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/>
              <a:t>14 Days AI Challenge – 2 (Advance)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D740C-4C73-E249-56E0-C1C07932EEA5}"/>
              </a:ext>
            </a:extLst>
          </p:cNvPr>
          <p:cNvSpPr txBox="1"/>
          <p:nvPr/>
        </p:nvSpPr>
        <p:spPr>
          <a:xfrm>
            <a:off x="6234165" y="2646383"/>
            <a:ext cx="6537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</a:t>
            </a:r>
            <a:r>
              <a:rPr lang="en-US" b="1" dirty="0"/>
              <a:t>Notebook file : </a:t>
            </a:r>
            <a:r>
              <a:rPr lang="en-US" b="1" dirty="0">
                <a:solidFill>
                  <a:schemeClr val="accent5"/>
                </a:solidFill>
              </a:rPr>
              <a:t>https://github.com/Nandiniwadile</a:t>
            </a: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82017-9127-9A20-5B0E-1753C9F7655A}"/>
              </a:ext>
            </a:extLst>
          </p:cNvPr>
          <p:cNvSpPr txBox="1"/>
          <p:nvPr/>
        </p:nvSpPr>
        <p:spPr>
          <a:xfrm>
            <a:off x="6234165" y="3203766"/>
            <a:ext cx="66534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Learn: 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flow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Broze -&gt; Silver -&gt; Gold</a:t>
            </a:r>
          </a:p>
          <a:p>
            <a:pPr marL="285750" indent="-285750">
              <a:buFontTx/>
              <a:buChar char="-"/>
            </a:pPr>
            <a:r>
              <a:rPr lang="en-US" dirty="0"/>
              <a:t>ML lifecycle integration</a:t>
            </a:r>
          </a:p>
          <a:p>
            <a:r>
              <a:rPr lang="en-US" b="1" dirty="0"/>
              <a:t>Tasks: </a:t>
            </a:r>
          </a:p>
          <a:p>
            <a:pPr marL="342900" indent="-342900">
              <a:buAutoNum type="arabicPeriod"/>
            </a:pPr>
            <a:r>
              <a:rPr lang="en-IN" dirty="0"/>
              <a:t>Draw Architecture Diagram</a:t>
            </a:r>
          </a:p>
          <a:p>
            <a:pPr marL="342900" indent="-342900">
              <a:buAutoNum type="arabicPeriod"/>
            </a:pPr>
            <a:r>
              <a:rPr lang="en-IN" dirty="0"/>
              <a:t>Document Pipeline Flow</a:t>
            </a:r>
          </a:p>
          <a:p>
            <a:pPr marL="342900" indent="-342900">
              <a:buAutoNum type="arabicPeriod"/>
            </a:pPr>
            <a:r>
              <a:rPr lang="en-IN" dirty="0"/>
              <a:t>Define Retraining Strategy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350AE-1ECC-0FDC-01D4-17650EFA4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54" y="140441"/>
            <a:ext cx="5131042" cy="658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1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01A7DC-3C7F-F336-2760-E2145804E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5889" y="118600"/>
            <a:ext cx="8040222" cy="66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69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3A909-510E-44A2-727A-1B93AB7A9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686" y="1235586"/>
            <a:ext cx="11097722" cy="5376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9BA55C-7EFC-94FA-9E16-7FA65EDD0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" r="34543" b="69779"/>
          <a:stretch>
            <a:fillRect/>
          </a:stretch>
        </p:blipFill>
        <p:spPr>
          <a:xfrm>
            <a:off x="419685" y="246185"/>
            <a:ext cx="11097723" cy="78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D29A732-B959-A86B-E181-6D2E4C3DF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09849"/>
            <a:ext cx="12192000" cy="32015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1A4BF4-7612-2376-4A8A-981044E59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00" b="1968"/>
          <a:stretch>
            <a:fillRect/>
          </a:stretch>
        </p:blipFill>
        <p:spPr>
          <a:xfrm>
            <a:off x="0" y="881149"/>
            <a:ext cx="12192000" cy="13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3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B85A3-055A-2A46-0124-0EE176B89124}"/>
              </a:ext>
            </a:extLst>
          </p:cNvPr>
          <p:cNvSpPr txBox="1"/>
          <p:nvPr/>
        </p:nvSpPr>
        <p:spPr>
          <a:xfrm>
            <a:off x="791095" y="1350151"/>
            <a:ext cx="61000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Conclusion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63794-109B-7F0D-7777-BEFCE72CEDB3}"/>
              </a:ext>
            </a:extLst>
          </p:cNvPr>
          <p:cNvSpPr txBox="1"/>
          <p:nvPr/>
        </p:nvSpPr>
        <p:spPr>
          <a:xfrm>
            <a:off x="1606434" y="2179362"/>
            <a:ext cx="9931631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Completing the 14 Days AI Challenge strengthened my understanding of building production-ready ML systems — from data engineering to model deployment. This journey improved not only my technical skills but also my problem-solving mindset in real-world AI workflows.</a:t>
            </a:r>
            <a:endParaRPr lang="en-US" sz="24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361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92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DAY 13 –  End-To-End Architecture Desing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Wadile</dc:creator>
  <cp:lastModifiedBy>Nandini Wadile</cp:lastModifiedBy>
  <cp:revision>58</cp:revision>
  <dcterms:created xsi:type="dcterms:W3CDTF">2026-02-22T10:29:31Z</dcterms:created>
  <dcterms:modified xsi:type="dcterms:W3CDTF">2026-03-04T15:05:36Z</dcterms:modified>
</cp:coreProperties>
</file>